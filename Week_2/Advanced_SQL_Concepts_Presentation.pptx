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Advanced SQL Concepts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Constraints</a:t>
            </a:r>
          </a:p>
          <a:p>
            <a:r>
              <a:t>Normalization</a:t>
            </a:r>
          </a:p>
          <a:p>
            <a:r>
              <a:t>Locks</a:t>
            </a:r>
          </a:p>
          <a:p>
            <a:r>
              <a:t>Triggers</a:t>
            </a:r>
          </a:p>
          <a:p>
            <a:r>
              <a:t>SQL Jobs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Rules that ensure valid data.</a:t>
            </a:r>
          </a:p>
          <a:p>
            <a:pPr>
              <a:defRPr sz="2200"/>
            </a:pPr>
            <a:r>
              <a:t>• PRIMARY KEY</a:t>
            </a:r>
          </a:p>
          <a:p>
            <a:pPr>
              <a:defRPr sz="2200"/>
            </a:pPr>
            <a:r>
              <a:t>• FOREIGN KEY</a:t>
            </a:r>
          </a:p>
          <a:p>
            <a:pPr>
              <a:defRPr sz="2200"/>
            </a:pPr>
            <a:r>
              <a:t>• NOT NULL</a:t>
            </a:r>
          </a:p>
          <a:p>
            <a:pPr>
              <a:defRPr sz="2200"/>
            </a:pPr>
            <a:r>
              <a:t>• UNIQUE</a:t>
            </a:r>
          </a:p>
          <a:p>
            <a:pPr>
              <a:defRPr sz="2200"/>
            </a:pPr>
            <a:r>
              <a:t>• CHECK</a:t>
            </a:r>
          </a:p>
          <a:p>
            <a:pPr>
              <a:defRPr sz="2200"/>
            </a:pPr>
            <a:r>
              <a:t>• DEFAULT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Constraints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CREATE TABLE Students (</a:t>
            </a:r>
          </a:p>
          <a:p>
            <a:pPr>
              <a:defRPr sz="2200"/>
            </a:pPr>
            <a:r>
              <a:t> StudentID INT PRIMARY KEY,</a:t>
            </a:r>
          </a:p>
          <a:p>
            <a:pPr>
              <a:defRPr sz="2200"/>
            </a:pPr>
            <a:r>
              <a:t> Name VARCHAR(100) NOT NULL,</a:t>
            </a:r>
          </a:p>
          <a:p>
            <a:pPr>
              <a:defRPr sz="2200"/>
            </a:pPr>
            <a:r>
              <a:t> Age INT CHECK (Age&gt;=18)</a:t>
            </a:r>
          </a:p>
          <a:p>
            <a:pPr>
              <a:defRPr sz="2200"/>
            </a:pPr>
            <a:r>
              <a:t>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Organizes data to reduce redundancy.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1NF: Atomic values</a:t>
            </a:r>
          </a:p>
          <a:p>
            <a:pPr>
              <a:defRPr sz="2200"/>
            </a:pPr>
            <a:r>
              <a:t>2NF: Remove partial dependency</a:t>
            </a:r>
          </a:p>
          <a:p>
            <a:pPr>
              <a:defRPr sz="2200"/>
            </a:pPr>
            <a:r>
              <a:t>3NF: Remove transitive dependency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Protect data during concurrent access.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• Shared Lock</a:t>
            </a:r>
          </a:p>
          <a:p>
            <a:pPr>
              <a:defRPr sz="2200"/>
            </a:pPr>
            <a:r>
              <a:t>• Exclusive Lock</a:t>
            </a:r>
          </a:p>
          <a:p>
            <a:pPr>
              <a:defRPr sz="2200"/>
            </a:pPr>
            <a:r>
              <a:t>• Update Lock</a:t>
            </a:r>
          </a:p>
          <a:p>
            <a:pPr>
              <a:defRPr sz="2200"/>
            </a:pPr>
            <a:r>
              <a:t>• Intent Lock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Automatically execute after INSERT, UPDATE, or DELETE.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Example:</a:t>
            </a:r>
          </a:p>
          <a:p>
            <a:pPr>
              <a:defRPr sz="2200"/>
            </a:pPr>
            <a:r>
              <a:t>CREATE TRIGGER trg_Insert</a:t>
            </a:r>
          </a:p>
          <a:p>
            <a:pPr>
              <a:defRPr sz="2200"/>
            </a:pPr>
            <a:r>
              <a:t>ON Employees</a:t>
            </a:r>
          </a:p>
          <a:p>
            <a:pPr>
              <a:defRPr sz="2200"/>
            </a:pPr>
            <a:r>
              <a:t>AFTER INSERT</a:t>
            </a:r>
          </a:p>
          <a:p>
            <a:pPr>
              <a:defRPr sz="2200"/>
            </a:pPr>
            <a:r>
              <a:t>AS PRINT 'Inserted';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Automate scheduled tasks.</a:t>
            </a:r>
          </a:p>
          <a:p>
            <a:pPr>
              <a:defRPr sz="2200"/>
            </a:pPr>
            <a:r>
              <a:t>• Database Backup</a:t>
            </a:r>
          </a:p>
          <a:p>
            <a:pPr>
              <a:defRPr sz="2200"/>
            </a:pPr>
            <a:r>
              <a:t>• Index Maintenance</a:t>
            </a:r>
          </a:p>
          <a:p>
            <a:pPr>
              <a:defRPr sz="2200"/>
            </a:pPr>
            <a:r>
              <a:t>• Report Generation</a:t>
            </a:r>
          </a:p>
          <a:p>
            <a:pPr>
              <a:defRPr sz="2200"/>
            </a:pPr>
            <a:r>
              <a:t>• Data Import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Constraints → Data Integrity</a:t>
            </a:r>
          </a:p>
          <a:p>
            <a:pPr>
              <a:defRPr sz="2200"/>
            </a:pPr>
            <a:r>
              <a:t>Normalization → Less Redundancy</a:t>
            </a:r>
          </a:p>
          <a:p>
            <a:pPr>
              <a:defRPr sz="2200"/>
            </a:pPr>
            <a:r>
              <a:t>Locks → Concurrency Control</a:t>
            </a:r>
          </a:p>
          <a:p>
            <a:pPr>
              <a:defRPr sz="2200"/>
            </a:pPr>
            <a:r>
              <a:t>Triggers → Automation</a:t>
            </a:r>
          </a:p>
          <a:p>
            <a:pPr>
              <a:defRPr sz="2200"/>
            </a:pPr>
            <a:r>
              <a:t>Jobs → Scheduling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